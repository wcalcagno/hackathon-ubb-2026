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Diagnostico de cartera y benchmark sectorial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Austral Seafood Chile SpA</a:t>
            </a:r>
          </a:p>
          <a:p>
            <a:r>
              <a:t>[Equipo] - [Integrantes]</a:t>
            </a:r>
          </a:p>
          <a:p>
            <a:r>
              <a:t>Hackathon de Comunidad UBB 2026 - FACE - Universidad del Bio-Bio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 problema en una cifra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La cifra que resume el deterioro. Una sola.</a:t>
            </a:r>
          </a:p>
          <a:p>
            <a:pPr/>
            <a:r>
              <a:rPr sz="2000"/>
              <a:t>45 segundos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 encontramos en los datos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Calidad de datos: que estaba mal</a:t>
            </a:r>
          </a:p>
          <a:p>
            <a:pPr/>
            <a:r>
              <a:rPr sz="2000"/>
              <a:t>Que se corrigio y con que criterio</a:t>
            </a:r>
          </a:p>
          <a:p>
            <a:pPr/>
            <a:r>
              <a:rPr sz="2000"/>
              <a:t>Efecto en la cartera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Anatomia de la cartera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Aging por tramo</a:t>
            </a:r>
          </a:p>
          <a:p>
            <a:pPr/>
            <a:r>
              <a:rPr sz="2000"/>
              <a:t>Clasificacion por recuperabilidad</a:t>
            </a:r>
          </a:p>
          <a:p>
            <a:pPr/>
            <a:r>
              <a:rPr sz="2000"/>
              <a:t>Apertura por linea de negocio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Indicadores clave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DSO y DSO ajustado</a:t>
            </a:r>
          </a:p>
          <a:p>
            <a:pPr/>
            <a:r>
              <a:rPr sz="2000"/>
              <a:t>Indice de morosidad</a:t>
            </a:r>
          </a:p>
          <a:p>
            <a:pPr/>
            <a:r>
              <a:rPr sz="2000"/>
              <a:t>Concentracion</a:t>
            </a:r>
          </a:p>
          <a:p>
            <a:pPr/>
            <a:r>
              <a:rPr sz="2000"/>
              <a:t>CEI mensual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Hallazgos criticos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Hallazgo 1 - monto expuesto</a:t>
            </a:r>
          </a:p>
          <a:p>
            <a:pPr/>
            <a:r>
              <a:rPr sz="2000"/>
              <a:t>Hallazgo 2 - monto expuesto</a:t>
            </a:r>
          </a:p>
          <a:p>
            <a:pPr/>
            <a:r>
              <a:rPr sz="2000"/>
              <a:t>Hallazgo 3 - monto expuesto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Provision IFRS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Matriz propuesta</a:t>
            </a:r>
          </a:p>
          <a:p>
            <a:pPr/>
            <a:r>
              <a:rPr sz="2000"/>
              <a:t>Como se derivo de los datos 2024-2025</a:t>
            </a:r>
          </a:p>
          <a:p>
            <a:pPr/>
            <a:r>
              <a:rPr sz="2000"/>
              <a:t>Impacto en el resultado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Conciliacion financiero-tributaria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Provision IFRS 9</a:t>
            </a:r>
          </a:p>
          <a:p>
            <a:pPr/>
            <a:r>
              <a:rPr sz="2000"/>
              <a:t>Castigo art. 31 N 4</a:t>
            </a:r>
          </a:p>
          <a:p>
            <a:pPr/>
            <a:r>
              <a:rPr sz="2000"/>
              <a:t>Diferencia temporaria e impuesto diferido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Proyeccion de caja 2026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Cascada de deducciones</a:t>
            </a:r>
          </a:p>
          <a:p>
            <a:pPr/>
            <a:r>
              <a:rPr sz="2000"/>
              <a:t>Recaudacion mensual enero-junio</a:t>
            </a:r>
          </a:p>
          <a:p>
            <a:pPr/>
            <a:r>
              <a:rPr sz="2000"/>
              <a:t>Escenarios optimista, base y pesimista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Benchmark sectorial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Peer group y criterio de seleccion</a:t>
            </a:r>
          </a:p>
          <a:p>
            <a:pPr/>
            <a:r>
              <a:rPr sz="2000"/>
              <a:t>Mediana y rango intercuartilico del sector</a:t>
            </a:r>
          </a:p>
          <a:p>
            <a:pPr/>
            <a:r>
              <a:rPr sz="2000"/>
              <a:t>Posicion de ASC en DSO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Recomendaciones de control interno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Cinco propuestas</a:t>
            </a:r>
          </a:p>
          <a:p>
            <a:pPr/>
            <a:r>
              <a:rPr sz="2000"/>
              <a:t>Debilidad, riesgo, control, responsable, indicador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Cierre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Las tres decisiones que se piden al Directorio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