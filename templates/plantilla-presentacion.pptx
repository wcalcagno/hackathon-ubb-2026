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segundos. Abra con el numero, no con la presentacion del equipo.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 segundos. El estado real de la cartera, en tres cifras.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 segundos. Tres, no siete. Cada uno con su cifra.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 segundos. Aqui se conecta el Componente B con el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70 segundos. Acciones concretas, no buenas intenciones.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segundos. Es la lamina que el jurado recuerda al puntuar.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[La cifra que resume el deterioro]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[Una frase de tesis: que pasa y por que importa]</a:t>
            </a:r>
          </a:p>
          <a:p>
            <a:r>
              <a:t>Austral Seafood Chile SpA - [Equipo]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El diagnostico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/>
              <a:t>Cartera bruta y cartera exigible al 31-12-2025</a:t>
            </a:r>
          </a:p>
          <a:p>
            <a:pPr/>
            <a:r>
              <a:rPr sz="2200"/>
              <a:t>Cuanto esta vencido y en que tramos</a:t>
            </a:r>
          </a:p>
          <a:p>
            <a:pPr/>
            <a:r>
              <a:rPr sz="2200"/>
              <a:t>Cuanto no se va a recuperar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Los hallazgos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/>
              <a:t>Hallazgo 1 - monto expuesto y por que ocurre</a:t>
            </a:r>
          </a:p>
          <a:p>
            <a:pPr/>
            <a:r>
              <a:rPr sz="2200"/>
              <a:t>Hallazgo 2 - monto expuesto y por que ocurre</a:t>
            </a:r>
          </a:p>
          <a:p>
            <a:pPr/>
            <a:r>
              <a:rPr sz="2200"/>
              <a:t>Hallazgo 3 - monto expuesto y por que ocurre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ASC frente al sector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/>
              <a:t>DSO de ASC contra la mediana del sector</a:t>
            </a:r>
          </a:p>
          <a:p>
            <a:pPr/>
            <a:r>
              <a:rPr sz="2200"/>
              <a:t>Cuantos dias de brecha</a:t>
            </a:r>
          </a:p>
          <a:p>
            <a:pPr/>
            <a:r>
              <a:rPr sz="2200"/>
              <a:t>Cuanto significa esa brecha en pesos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Las decisiones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/>
              <a:t>Decision 1 - responsable, plazo, monto que recupera</a:t>
            </a:r>
          </a:p>
          <a:p>
            <a:pPr/>
            <a:r>
              <a:rPr sz="2200"/>
              <a:t>Decision 2 - responsable, plazo, monto que recupera</a:t>
            </a:r>
          </a:p>
          <a:p>
            <a:pPr/>
            <a:r>
              <a:rPr sz="2200"/>
              <a:t>Decision 3 - responsable, plazo, monto que recupera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El cierre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/>
              <a:t>La cifra de apertura, ahora con la respuesta</a:t>
            </a:r>
          </a:p>
          <a:p>
            <a:pPr/>
            <a:r>
              <a:rPr sz="2200"/>
              <a:t>Que necesitan que el Directorio apruebe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